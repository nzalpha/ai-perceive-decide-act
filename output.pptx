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8288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FF"/>
                </a:solidFill>
              </a:rPr>
              <a:t>The result is 4.122098181158459e+35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